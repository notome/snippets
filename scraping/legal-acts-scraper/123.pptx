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E81AF-78A1-E947-38BE-519D0C3B2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001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8D795A-E4F6-E58C-162E-2FC1A2335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001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9467A7-24AC-4EBF-D788-A9C02F3E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69ACDF-56D4-2372-7EA0-7D7250F2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054073-6392-4F0B-D058-25FE1299F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728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5A686-D948-7AB6-95CD-E6EFB2387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00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980CF9-5B8E-E17A-6695-AA70EB10B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001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0E65B-8B78-4DA7-696E-4F2721672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1ECF69-96EA-3B6E-4F6E-2EE3C7FA8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34731C-E1B6-E7AC-ECF2-6B3BED37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94610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2C699-CB77-7140-49E5-DFD7EE740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001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1B3606-3685-1C5C-5BB1-50FF05A6C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C5F29F-8A77-96EC-E3C8-6FDFE5C5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01CC98-642D-727F-325E-71DBFAB46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DA542B-8730-DF56-F3D6-2B208D49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54589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E5EBC0-0D8F-7F07-CB40-F874DDDCE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00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11FDF1-DDC8-F1A5-E6F6-2BCAF005D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001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77C35B-F59B-B22C-8194-C7B3E05C3C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001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3F6C28-3343-FAB4-DAE2-AF60D404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16B19D-415A-24C1-F4E4-25AED168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36759E-8386-D71E-403C-0A03F7BC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76082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5D97E-8652-0C6F-3C3E-013241F68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001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543085-E5B3-433A-C9E9-B00285E88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958157-C563-205F-AB43-F4FDB809D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001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D74173-2454-15F7-AC19-000BA51996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B5EC0B-0E24-0489-9A40-FCB24A100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001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F2CA813-925A-57B9-DFC3-69B37C08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9041B4-EBAD-424E-44D6-2FC0A74A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A9367A9-E4F9-1BDE-3351-97B7D584D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0492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6D4FC-FE04-BFFF-D601-2EC77187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001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15D66C-0E35-4172-514A-2D432CF3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78C99A-FCDC-7BFA-3737-0873F4A6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A6EE99-F539-0611-DC79-AD571595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7653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F3008EE-BA0C-BB17-EF50-308E21D3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15F88B0-DC54-1AC0-8881-432987BB7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66BA16-9500-3F16-B315-DE225CCD2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8480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C16DA-AEAD-ABA9-17D6-6B93CE1F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001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A7B0C9-4EF0-F7B1-0FA7-0D1531D66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001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80FA05-C703-90CA-DAA3-F87E28033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6EA420-08F6-C4FD-B4B7-1943EB79D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979572-84F0-DC8D-DB94-746302BD5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410FE8-1474-1555-E3FD-6792CACB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39785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DDF6E-9D93-D9C6-5164-58EAE714B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001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6A250A3-DAD1-D7A1-26CB-E570518E7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F0E2AF-3679-90A9-5DC9-ECCBC9516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B2CFB5-C789-12F8-C8A8-D9B3EA89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C91808-EFF6-7172-D24B-B3A67D2F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02FC0C-9762-E68D-4ED7-DF7F3625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20377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CD2F1B-0721-1215-9C92-7B599885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001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7EE6DA-ED74-5361-F8DA-6DE672C1C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001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7F8943-94CD-99DF-FE3A-98CBB28F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7606A9-0791-7B33-D3B5-F8233E658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96B8B3-8419-0F91-3C54-7B759CDE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4740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93D5D7-3A8F-CADA-E5EE-717ECC64F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001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85B196-29B1-919B-FAC0-77ABA40C3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001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AE8503-33B6-9B56-99D5-CBA897E89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792AE5-B2CD-7181-D32E-17E6C8A7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462A8C-942B-7271-8BC3-DB674E13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859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A1BD3-1E27-BE18-89E7-B17127086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001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8861BD-CA80-56B4-8D4C-00F1A0E5A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001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1DA0E7-6D30-FB98-AA3D-9821C6536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97713-6ED9-40B2-BB02-B01922EC781A}" type="datetimeFigureOut">
              <a:rPr lang="en-001" smtClean="0"/>
              <a:t>14/01/2026</a:t>
            </a:fld>
            <a:endParaRPr lang="en-001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CCE3DB-876B-02B5-78BB-39C57F771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7AA982-FE90-3F79-8EEE-ED259F73C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0AC0E-ADC4-43DD-AD52-CED93542B841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8305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F4FEB-0B4E-CDA3-8406-7D4CEEC222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BDDB798-D79E-15FA-883A-1BBBFE1121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001"/>
          </a:p>
        </p:txBody>
      </p:sp>
      <p:pic>
        <p:nvPicPr>
          <p:cNvPr id="7" name="Рисунок 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727569E-38DD-9537-9052-1C4741627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" y="7810"/>
            <a:ext cx="4965192" cy="5249989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144C1E-E5EF-685D-8DED-03335526D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080" y="7809"/>
            <a:ext cx="5131181" cy="5422392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C12C38-403B-B010-DE6C-159185CCE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550" y="158179"/>
            <a:ext cx="4967450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337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dron</dc:creator>
  <cp:lastModifiedBy>dron</cp:lastModifiedBy>
  <cp:revision>1</cp:revision>
  <dcterms:created xsi:type="dcterms:W3CDTF">2026-01-14T19:26:50Z</dcterms:created>
  <dcterms:modified xsi:type="dcterms:W3CDTF">2026-01-14T19:27:01Z</dcterms:modified>
</cp:coreProperties>
</file>